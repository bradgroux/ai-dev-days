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42084f358e487e" /><Relationship Type="http://schemas.openxmlformats.org/officeDocument/2006/relationships/extended-properties" Target="/docProps/app.xml" Id="Re431a7cc03d3423f" /><Relationship Type="http://schemas.openxmlformats.org/officeDocument/2006/relationships/officeDocument" Target="/ppt/presentation.xml" Id="R7bd05368817e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dbd1c7544e455a"/>
  </p:sldMasterIdLst>
  <p:notesMasterIdLst>
    <p:notesMasterId xmlns:r="http://schemas.openxmlformats.org/officeDocument/2006/relationships" r:id="Re648176f341f41c2"/>
  </p:notesMasterIdLst>
  <p:sldIdLst>
    <p:sldId xmlns:r="http://schemas.openxmlformats.org/officeDocument/2006/relationships" id="256" r:id="R1f23d4e44a7a4478"/>
    <p:sldId xmlns:r="http://schemas.openxmlformats.org/officeDocument/2006/relationships" id="257" r:id="Rb97a48ccce4e4e60"/>
    <p:sldId xmlns:r="http://schemas.openxmlformats.org/officeDocument/2006/relationships" id="258" r:id="Ra67338cc7921416f"/>
    <p:sldId xmlns:r="http://schemas.openxmlformats.org/officeDocument/2006/relationships" id="259" r:id="R3ab244a4d0854817"/>
    <p:sldId xmlns:r="http://schemas.openxmlformats.org/officeDocument/2006/relationships" id="260" r:id="R55f0aea4ad08464e"/>
    <p:sldId xmlns:r="http://schemas.openxmlformats.org/officeDocument/2006/relationships" id="261" r:id="Rcd04a9a96c064ad0"/>
    <p:sldId xmlns:r="http://schemas.openxmlformats.org/officeDocument/2006/relationships" id="262" r:id="R0727e3f6b48c4d12"/>
    <p:sldId xmlns:r="http://schemas.openxmlformats.org/officeDocument/2006/relationships" id="263" r:id="R3f637239ed614dea"/>
    <p:sldId xmlns:r="http://schemas.openxmlformats.org/officeDocument/2006/relationships" id="264" r:id="R0862e933a6614d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bd1c7544e455a" /><Relationship Type="http://schemas.openxmlformats.org/officeDocument/2006/relationships/theme" Target="/ppt/theme/theme1.xml" Id="R6743b0dbd94e4c1a" /><Relationship Type="http://schemas.openxmlformats.org/officeDocument/2006/relationships/notesMaster" Target="/ppt/notesMasters/notesMaster1.xml" Id="Re648176f341f41c2" /><Relationship Type="http://schemas.openxmlformats.org/officeDocument/2006/relationships/presProps" Target="/ppt/presProps.xml" Id="R4dc48ca8d4084435" /><Relationship Type="http://schemas.openxmlformats.org/officeDocument/2006/relationships/viewProps" Target="/ppt/viewProps.xml" Id="R7eb490d1c7534658" /><Relationship Type="http://schemas.openxmlformats.org/officeDocument/2006/relationships/tableStyles" Target="/ppt/tableStyles.xml" Id="R31d6b8695d2243c1" /><Relationship Type="http://schemas.openxmlformats.org/officeDocument/2006/relationships/slide" Target="/ppt/slides/slide1.xml" Id="R1f23d4e44a7a4478" /><Relationship Type="http://schemas.openxmlformats.org/officeDocument/2006/relationships/slide" Target="/ppt/slides/slide2.xml" Id="Rb97a48ccce4e4e60" /><Relationship Type="http://schemas.openxmlformats.org/officeDocument/2006/relationships/slide" Target="/ppt/slides/slide3.xml" Id="Ra67338cc7921416f" /><Relationship Type="http://schemas.openxmlformats.org/officeDocument/2006/relationships/slide" Target="/ppt/slides/slide4.xml" Id="R3ab244a4d0854817" /><Relationship Type="http://schemas.openxmlformats.org/officeDocument/2006/relationships/slide" Target="/ppt/slides/slide5.xml" Id="R55f0aea4ad08464e" /><Relationship Type="http://schemas.openxmlformats.org/officeDocument/2006/relationships/slide" Target="/ppt/slides/slide6.xml" Id="Rcd04a9a96c064ad0" /><Relationship Type="http://schemas.openxmlformats.org/officeDocument/2006/relationships/slide" Target="/ppt/slides/slide7.xml" Id="R0727e3f6b48c4d12" /><Relationship Type="http://schemas.openxmlformats.org/officeDocument/2006/relationships/slide" Target="/ppt/slides/slide8.xml" Id="R3f637239ed614dea" /><Relationship Type="http://schemas.openxmlformats.org/officeDocument/2006/relationships/slide" Target="/ppt/slides/slide9.xml" Id="R0862e933a6614d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144a02ca705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ce6ba1f544d6a" /><Relationship Type="http://schemas.openxmlformats.org/officeDocument/2006/relationships/notesMaster" Target="/ppt/notesMasters/notesMaster1.xml" Id="R2fdd4b49e96844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91d8bbb8d8470c" /><Relationship Type="http://schemas.openxmlformats.org/officeDocument/2006/relationships/notesMaster" Target="/ppt/notesMasters/notesMaster1.xml" Id="R577600104e114c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f21c29ccc847a7" /><Relationship Type="http://schemas.openxmlformats.org/officeDocument/2006/relationships/notesMaster" Target="/ppt/notesMasters/notesMaster1.xml" Id="R7b0c7d4f5d5b4c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11bfa69fde4152" /><Relationship Type="http://schemas.openxmlformats.org/officeDocument/2006/relationships/notesMaster" Target="/ppt/notesMasters/notesMaster1.xml" Id="R8060356769b340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e754dbd0b44fa3" /><Relationship Type="http://schemas.openxmlformats.org/officeDocument/2006/relationships/notesMaster" Target="/ppt/notesMasters/notesMaster1.xml" Id="R9185d7bd2dd143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998588cb754b22" /><Relationship Type="http://schemas.openxmlformats.org/officeDocument/2006/relationships/notesMaster" Target="/ppt/notesMasters/notesMaster1.xml" Id="R7b58f69ab7b849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255da14ce4ce4" /><Relationship Type="http://schemas.openxmlformats.org/officeDocument/2006/relationships/notesMaster" Target="/ppt/notesMasters/notesMaster1.xml" Id="R03a21eb87db748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95f19e2db64751" /><Relationship Type="http://schemas.openxmlformats.org/officeDocument/2006/relationships/notesMaster" Target="/ppt/notesMasters/notesMaster1.xml" Id="R501998c4838e44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b353189d1d49e4" /><Relationship Type="http://schemas.openxmlformats.org/officeDocument/2006/relationships/notesMaster" Target="/ppt/notesMasters/notesMaster1.xml" Id="Rd6dba0280b3245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4bce3a3b2438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12e6030d26f4729" /><Relationship Type="http://schemas.openxmlformats.org/officeDocument/2006/relationships/slideLayout" Target="/ppt/slideLayouts/slideLayout2.xml" Id="R837a64a88c9542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7a64a88c9542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2e0e8d55c4e44" /><Relationship Type="http://schemas.openxmlformats.org/officeDocument/2006/relationships/image" Target="/ppt/media/image.png" Id="Rf135fa91c3b14c0f" /><Relationship Type="http://schemas.openxmlformats.org/officeDocument/2006/relationships/notesSlide" Target="/ppt/notesSlides/notesSlide1.xml" Id="Rb035cfd91a8f4d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f03ab504b4214" /><Relationship Type="http://schemas.openxmlformats.org/officeDocument/2006/relationships/image" Target="/ppt/media/image2.png" Id="Rff9c81f6ded14654" /><Relationship Type="http://schemas.openxmlformats.org/officeDocument/2006/relationships/notesSlide" Target="/ppt/notesSlides/notesSlide2.xml" Id="R1d8d77137f1944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1c44cacd34b27" /><Relationship Type="http://schemas.openxmlformats.org/officeDocument/2006/relationships/image" Target="/ppt/media/image3.png" Id="R5c2b406858ae4549" /><Relationship Type="http://schemas.openxmlformats.org/officeDocument/2006/relationships/notesSlide" Target="/ppt/notesSlides/notesSlide3.xml" Id="R3f1b2c98ec82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073e9ac6f4bd6" /><Relationship Type="http://schemas.openxmlformats.org/officeDocument/2006/relationships/image" Target="/ppt/media/image4.png" Id="R9df5b0dbcd9c4ae1" /><Relationship Type="http://schemas.openxmlformats.org/officeDocument/2006/relationships/notesSlide" Target="/ppt/notesSlides/notesSlide4.xml" Id="R5ace16f4391a49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5b4814e8f40b5" /><Relationship Type="http://schemas.openxmlformats.org/officeDocument/2006/relationships/image" Target="/ppt/media/image5.png" Id="R537094fc290e4b41" /><Relationship Type="http://schemas.openxmlformats.org/officeDocument/2006/relationships/notesSlide" Target="/ppt/notesSlides/notesSlide5.xml" Id="R74ed6332bd7c45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7070118a34783" /><Relationship Type="http://schemas.openxmlformats.org/officeDocument/2006/relationships/image" Target="/ppt/media/image6.png" Id="R07e082d0e17e4b18" /><Relationship Type="http://schemas.openxmlformats.org/officeDocument/2006/relationships/notesSlide" Target="/ppt/notesSlides/notesSlide6.xml" Id="R67737e0b9c7049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328c0d3fb744fc" /><Relationship Type="http://schemas.openxmlformats.org/officeDocument/2006/relationships/image" Target="/ppt/media/image7.png" Id="R48f640a6f8784fe2" /><Relationship Type="http://schemas.openxmlformats.org/officeDocument/2006/relationships/notesSlide" Target="/ppt/notesSlides/notesSlide7.xml" Id="R21649dc96f3148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8c577c4443496d" /><Relationship Type="http://schemas.openxmlformats.org/officeDocument/2006/relationships/image" Target="/ppt/media/image8.png" Id="Rbaec6070e7b944e1" /><Relationship Type="http://schemas.openxmlformats.org/officeDocument/2006/relationships/notesSlide" Target="/ppt/notesSlides/notesSlide8.xml" Id="Rfaf1e2116cb24e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4e3263b774720" /><Relationship Type="http://schemas.openxmlformats.org/officeDocument/2006/relationships/image" Target="/ppt/media/image9.png" Id="Rb7e2e8d0f7014566" /><Relationship Type="http://schemas.openxmlformats.org/officeDocument/2006/relationships/notesSlide" Target="/ppt/notesSlides/notesSlide9.xml" Id="Rad27d0b75fe743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5fa91c3b14c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22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c81f6ded146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113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b406858ae45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64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5b0dbcd9c4a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790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094fc290e4b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276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082d0e17e4b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267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640a6f8784f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54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c6070e7b944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87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2e8d0f70145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98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2026-05-29T19:19:24.3270000Z</dcterms:created>
  <dcterms:modified xsi:type="dcterms:W3CDTF">2026-05-29T19:19:24.3270000Z</dcterms:modified>
</coreProperties>
</file>